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644EB9-8FAA-49BD-E2C4-3930F833C8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0B3D8C5-4C07-1E65-7168-B1C94E0A1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83C672-0615-C538-A7E7-795627A74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88641-F276-423B-ADD1-DBCA66000A8A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038C07-9E59-EA8C-6A59-238A38CAC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17E338-08FE-B36E-F880-3BE16AA60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DFE2-DC52-4061-8C71-B27AF72BCA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5870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D00ACA-4423-FECC-E4BC-F3003E091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48780FC-424F-AC1F-1BDC-A447E24DC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4D26C6-E680-6617-5EEF-DB40209CB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88641-F276-423B-ADD1-DBCA66000A8A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D5178C-9C0A-C27F-FDC9-74F1C279B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7D7837-45B2-1218-AF9A-AE1999F62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DFE2-DC52-4061-8C71-B27AF72BCA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29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7511A3-EAE2-FB43-5084-E65ECC9A8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A241DC1-6C1E-AE8A-6A92-F06C2B0CE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85D5D5-A796-2C0B-0C3D-4EA8597F8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88641-F276-423B-ADD1-DBCA66000A8A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412653-9F8E-E70F-4B06-C143B239B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5627E6-474D-4767-92B6-F3D9C7B44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DFE2-DC52-4061-8C71-B27AF72BCA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6454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A24E45-5B40-495D-ABD4-112DAD23A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13E7864-D636-745E-261C-0C7F5BFF53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EC6116E-BFBC-401F-C02E-92DAB867D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F1C2BEE-8CAC-C7E5-6DC2-6FE283B76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88641-F276-423B-ADD1-DBCA66000A8A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17C407-59B2-0975-0D33-2DB861B3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7884682-2D5A-A8D0-E6EE-9C1EEFC99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DFE2-DC52-4061-8C71-B27AF72BCA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3471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5A27D0-A1BB-3C10-4F7A-7344AA6C3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E83801-0E72-ADD6-9193-87D11ACAD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EAFBB74-DEDF-44F9-5183-95B2E8C9E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63F406C-A592-C9A9-2854-FFD1A03897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02FA56C-958F-24F9-87FB-C7310E351F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E40F32D-97F9-EBAB-5C64-A2B041CB0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88641-F276-423B-ADD1-DBCA66000A8A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2D2D1D7-2765-DFFD-BD9B-36CC8CBA4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48EF7DF-3542-7ACE-1D32-60C45861F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DFE2-DC52-4061-8C71-B27AF72BCA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2958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B8D738-3BB1-8E28-FEE9-604342A38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FAC7B5B-8695-8B6D-BF20-0237DD01F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88641-F276-423B-ADD1-DBCA66000A8A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AC3F14C-B4BE-286F-FE86-D0D74323A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E66FDEC-65F1-46F4-E41B-12308C567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DFE2-DC52-4061-8C71-B27AF72BCA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8809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F5EB3D4-1C35-22A0-2C85-85DCAB64C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88641-F276-423B-ADD1-DBCA66000A8A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BAE00ED-EA26-D8EA-59EA-9883FBD45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A02BA9F-DBF5-5C5F-8553-38B5CB982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DFE2-DC52-4061-8C71-B27AF72BCA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8591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FA6996-5964-E31E-704A-8DF957DB2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6EE32A-6688-F0F2-F18D-6656D485E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EE4FDEB-14BF-CCAB-6E08-A1271EB00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BA90C3A-FB47-B4B9-0F4D-293C7FB36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88641-F276-423B-ADD1-DBCA66000A8A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A79AD62-D6D1-B1EC-3570-9C01D5781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1AD194-0EF4-6B7E-56B6-19C84ABF7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DFE2-DC52-4061-8C71-B27AF72BCA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0391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FDA9AB-6B35-D5F3-3AFA-62722A52A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29B5588-2FBE-6B31-0E1F-524B7407C3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BFF216F-2ACB-FA26-3A8E-40AA821CF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AF1B8FF-C590-C6E8-500E-D3CE82FC6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88641-F276-423B-ADD1-DBCA66000A8A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DBF9342-8943-2557-A0D3-F1921C58B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C597BE2-E7CA-6F12-803F-E0AFF10A8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DFE2-DC52-4061-8C71-B27AF72BCA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7628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0287DC-9DA8-7A14-1584-B325D2BF4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8FAB0D6-D7C9-1A91-3C9C-686E9510AE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8663DB-6B5D-C7B7-8AC3-9E0E6DD79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88641-F276-423B-ADD1-DBCA66000A8A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44F857-155A-DCC3-3F75-1F62EF183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198330-26A1-4228-069D-25D83B59A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DFE2-DC52-4061-8C71-B27AF72BCA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2342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7E3BF38-698C-C960-FC05-CAD41C5DD2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943E43D-FA3A-C378-06D9-FE863DDF8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4BE05F-A0B9-FE30-67B6-F3AEF8567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88641-F276-423B-ADD1-DBCA66000A8A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7B783A-7006-24F0-A75C-B003F5E22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C36BE4-57FC-D609-F1DE-3581E240B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DFE2-DC52-4061-8C71-B27AF72BCA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7587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7307D5B-0ECF-B89E-7DA5-4F0A14764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1B5D018-F036-03FD-7B04-64556F771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0C7B86-F0F8-26E5-6B21-C1F7A9746F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F88641-F276-423B-ADD1-DBCA66000A8A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F2F06D-D679-78AC-8371-3AB2C83976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710719-9E38-1B71-0C08-085B179A04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45DFE2-DC52-4061-8C71-B27AF72BCAD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650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8C0479-D74A-F0FA-4A65-3FF9D7571C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4B78A5-FD2F-EEE7-059C-0CF5FFF41F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211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9282A7-8F7B-3B13-4034-7E6016A53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8E645C-8202-5DC4-7E05-57A3CA7F3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4016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伊勢 シンジ</dc:creator>
  <cp:lastModifiedBy>伊勢 シンジ</cp:lastModifiedBy>
  <cp:revision>1</cp:revision>
  <dcterms:created xsi:type="dcterms:W3CDTF">2026-06-16T04:30:47Z</dcterms:created>
  <dcterms:modified xsi:type="dcterms:W3CDTF">2026-06-16T04:30:57Z</dcterms:modified>
</cp:coreProperties>
</file>